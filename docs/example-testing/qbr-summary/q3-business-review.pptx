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0811B-83EC-EFA5-2BC8-345B2659E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7FB9B-522F-E3CE-9E1A-078AE2366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FE46-ADCD-7EB7-F77D-DDBBB99F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83235-03D4-6AEA-AB5F-28925316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096C7-703A-490B-DDAA-C1BC4753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6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3EB84-73A5-8274-837F-FEAD0009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C1402-DDB8-C5AF-3137-80267621C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78344-9161-49C0-D7A9-11327C4A5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6F07A-169E-0305-3157-7B1BE3A4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E519A-13FA-9B4C-F4E3-28654408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38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1A00-1A34-1A56-EC87-96D3ECAA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01076-D982-DD74-7F5C-34B5EB772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FB1BC-524E-2DE1-0530-D250D0A8B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F4AB2-A536-E156-03DB-000AD1FC5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473D5-8CA2-F157-609E-A9C73FB0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4D65-F60D-9F2D-ADF2-AFE71D76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C7D57-E222-DE53-5A54-33B6BF95E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C2891-0748-6214-3CD5-6E2C45F1B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0E653-A331-B8D2-86B5-875C1731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DA9A7-C0ED-4C6F-7CB4-AE8CD6B72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211B-6672-8E90-BF02-3258CC86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69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9151-FDEC-1590-EDB7-D3B798F67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CDEBC-6A2D-E5EB-4D02-AFBA78EB4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9F6D6-637D-8446-9839-602DE417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E82B2-EA14-B0BA-664B-F00816EA3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9B882-22B0-FB9C-CB22-518DE2B72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B5995-3575-3EAE-7708-0E232AC5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A2BDE-9AD4-99D9-E17C-BAEA1556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408F2-0BC0-42D8-F8D0-D5839C92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6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931E-0EEF-4304-C768-6F3CA1811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A0904-C509-C3FF-A15D-F7F3F2D9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DF598-DE97-CDFC-D4ED-74A8E1A9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21A65-CCD1-4923-D945-641037AE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45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5D42D-B46B-29AD-2E84-6DBA82CB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E880D-DEC4-89E3-072A-DBB84DEE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7B5A-7D05-772D-C15E-761EB38F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CD81-6C31-006B-3565-7119AF10D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6D8E-F57E-AF22-CFCC-714F5A460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665C9-20F7-A92A-BEF0-FEEFA7B52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EEFF-8223-23EF-420B-AA2EACE33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CC832-DE63-F6E5-78D2-9A897929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79579-E139-A3A1-EBD5-BC7C2099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5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AB92-7603-70F7-7FE9-95F6B3951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78F0F-A7D9-34D3-DF50-47D9ECB3D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E9931-1875-21BE-D37B-98D2877CF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C6CF-70F3-700C-6F07-12337F33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FCCF5-31BC-0B9E-0350-B8C3BD7FF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3C0CD-3B36-A77A-2462-CD9CFF38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8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4729-D9EE-08D9-D465-012657AF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7E958-6330-D129-AD4D-884A19720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7B108-5CFB-F5F2-96BD-1FC30786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092F3-7B1E-0AD0-328A-76F8746E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F2FDD-C4F3-CB58-3015-BCB7CA5E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5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E211D-B2E6-E041-BFAB-95847E4E3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77DB9-78C2-4E5E-F0B6-ABEDE8C3F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B5A38-7CA3-5303-4F47-FB498FDF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0E86D-E131-9716-E33E-E090A742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FC9CA-0775-A602-E876-06C0B25C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86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11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1C3A3-005F-D556-97E4-EDE56B40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1483-973E-82EB-172E-F4561BAB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CFC36-1DF2-224E-99EC-FA4E8CA42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6AA4C-3BDE-3E49-A178-C93B1486889F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E7B68-1D0C-7200-C065-46A451DB4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772FE-40A1-9416-F3BD-3794257C9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E8928-9699-6248-8F97-798421A23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2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/>
              <a:t>Q3 2026 Business Review</a:t>
            </a:r>
          </a:p>
          <a:p>
            <a:r>
              <a:rPr lang="en-US" dirty="0"/>
              <a:t>Acme Corp · Customer Success · October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/>
              <a:t>Executive Summary</a:t>
            </a:r>
          </a:p>
          <a:p>
            <a:r>
              <a:rPr lang="en-US" dirty="0"/>
              <a:t>Net Revenue Retention finished at 118%, beating the 112% target.</a:t>
            </a:r>
          </a:p>
          <a:p>
            <a:r>
              <a:rPr lang="en-US" dirty="0"/>
              <a:t>Closed three Tier-1 logos: Aurora Health, Cinder Robotics, Halo Edu.</a:t>
            </a:r>
          </a:p>
          <a:p>
            <a:r>
              <a:rPr lang="en-US" dirty="0"/>
              <a:t>Support deflection via the new self-serve portal hit 41%.</a:t>
            </a:r>
          </a:p>
          <a:p>
            <a:r>
              <a:rPr lang="en-US" dirty="0"/>
              <a:t>Two flagged risks for Q4 — see slide 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/>
              <a:t>Q3 Goals vs Results</a:t>
            </a:r>
          </a:p>
          <a:p>
            <a:r>
              <a:rPr lang="en-US" dirty="0"/>
              <a:t>Goal: NRR &gt;= 112%        Actual: 118%        Status: Beat</a:t>
            </a:r>
          </a:p>
          <a:p>
            <a:r>
              <a:rPr lang="en-US" dirty="0"/>
              <a:t>Goal: New logos &gt;= 8     Actual: 9           Status: Beat</a:t>
            </a:r>
          </a:p>
          <a:p>
            <a:r>
              <a:rPr lang="en-US" dirty="0"/>
              <a:t>Goal: CSAT &gt;= 4.4        Actual: 4.5         Status: Beat</a:t>
            </a:r>
          </a:p>
          <a:p>
            <a:r>
              <a:rPr lang="en-US" dirty="0"/>
              <a:t>Goal: TTV &lt;= 28 days     Actual: 31 days     Status: Miss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/>
              <a:t>Revenue Performance</a:t>
            </a:r>
          </a:p>
          <a:p>
            <a:r>
              <a:rPr lang="en-US" dirty="0"/>
              <a:t>Q3 ARR: $14.8M (+22% YoY, +6% QoQ).</a:t>
            </a:r>
          </a:p>
          <a:p>
            <a:r>
              <a:rPr lang="en-US" dirty="0"/>
              <a:t>Expansion ARR: $2.1M, driven by usage tier upgrades.</a:t>
            </a:r>
          </a:p>
          <a:p>
            <a:r>
              <a:rPr lang="en-US" dirty="0"/>
              <a:t>Churn ARR: $0.4M, concentrated in two SMB accounts.</a:t>
            </a:r>
          </a:p>
          <a:p>
            <a:r>
              <a:rPr lang="en-US" dirty="0"/>
              <a:t>Pipeline coverage for Q4 stands at 3.2x — healthy.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/>
              <a:t>Customer Wins</a:t>
            </a:r>
          </a:p>
          <a:p>
            <a:r>
              <a:rPr lang="en-US" dirty="0"/>
              <a:t>Aurora Health (Enterprise / AMER) — $480K ARR, 36-month term.</a:t>
            </a:r>
          </a:p>
          <a:p>
            <a:r>
              <a:rPr lang="en-US" dirty="0"/>
              <a:t>Cinder Robotics (Enterprise / APAC) — $620K ARR, multi-year.</a:t>
            </a:r>
          </a:p>
          <a:p>
            <a:r>
              <a:rPr lang="en-US" dirty="0"/>
              <a:t>Halo Edu (SMB / AMER) — $90K ARR, lighthouse for the mid-market motion.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/>
              <a:t>Q4 Risks</a:t>
            </a:r>
          </a:p>
          <a:p>
            <a:r>
              <a:rPr lang="en-US" dirty="0"/>
              <a:t>Risk 1: Time-to-Value (31 days) trending wrong way; onboarding pod underwater.</a:t>
            </a:r>
          </a:p>
          <a:p>
            <a:r>
              <a:rPr lang="en-US" dirty="0"/>
              <a:t>Risk 2: Two stalled deals worth $575K combined (Evergreen, Inkwell) past 30-day SLA.</a:t>
            </a:r>
          </a:p>
          <a:p>
            <a:r>
              <a:rPr lang="en-US" dirty="0"/>
              <a:t>Risk 3: Snowflake migration delivery is one sprint behind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54864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dirty="0"/>
              <a:t>Asks for the Board</a:t>
            </a:r>
          </a:p>
          <a:p>
            <a:r>
              <a:rPr lang="en-US" dirty="0"/>
              <a:t>Approve hiring two additional implementation consultants for the onboarding pod.</a:t>
            </a:r>
          </a:p>
          <a:p>
            <a:r>
              <a:rPr lang="en-US" dirty="0"/>
              <a:t>Endorse the Q4 pricing experiment for the SMB segment (3-tier rollout).</a:t>
            </a:r>
          </a:p>
          <a:p>
            <a:r>
              <a:rPr lang="en-US" dirty="0"/>
              <a:t>Greenlight the dedicated CS-Ops headcount in the FY27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303</Words>
  <Application>Microsoft Macintosh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Hoang Doan</cp:lastModifiedBy>
  <cp:revision>1</cp:revision>
  <dcterms:modified xsi:type="dcterms:W3CDTF">2026-05-02T13:38:26Z</dcterms:modified>
</cp:coreProperties>
</file>